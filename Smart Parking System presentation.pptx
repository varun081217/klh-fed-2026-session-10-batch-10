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4294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457200"/>
            <a:ext cx="4206240" cy="4206240"/>
          </a:xfrm>
          <a:prstGeom prst="ellipse">
            <a:avLst/>
          </a:prstGeom>
          <a:solidFill>
            <a:srgbClr val="1B3A66"/>
          </a:solidFill>
          <a:ln/>
        </p:spPr>
      </p:sp>
      <p:sp>
        <p:nvSpPr>
          <p:cNvPr id="3" name="Shape 1"/>
          <p:cNvSpPr/>
          <p:nvPr/>
        </p:nvSpPr>
        <p:spPr>
          <a:xfrm>
            <a:off x="8366760" y="1143000"/>
            <a:ext cx="2834640" cy="2834640"/>
          </a:xfrm>
          <a:prstGeom prst="ellipse">
            <a:avLst/>
          </a:prstGeom>
          <a:solidFill>
            <a:srgbClr val="18497A"/>
          </a:solidFill>
          <a:ln/>
        </p:spPr>
      </p:sp>
      <p:sp>
        <p:nvSpPr>
          <p:cNvPr id="4" name="Shape 2"/>
          <p:cNvSpPr/>
          <p:nvPr/>
        </p:nvSpPr>
        <p:spPr>
          <a:xfrm>
            <a:off x="9098280" y="187452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 rot="-1080000">
            <a:off x="9597493" y="2167128"/>
            <a:ext cx="640080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664692" y="2462920"/>
            <a:ext cx="128016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LOGIC DESIGN PROJECT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2402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Parking Slot Availability</a:t>
            </a:r>
            <a:endParaRPr lang="en-US" sz="3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Entry Control System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40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Simulation using Combinational Logic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58368" y="4480560"/>
            <a:ext cx="146304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4663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in Logisim  •  Version-controlled on GitHub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Automate Parking Entry?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92240" cy="4343400"/>
          </a:xfrm>
          <a:prstGeom prst="roundRect">
            <a:avLst>
              <a:gd name="adj" fmla="val 2526"/>
            </a:avLst>
          </a:prstGeom>
          <a:solidFill>
            <a:srgbClr val="EAF3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523744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17170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gatekeeping </a:t>
            </a:r>
            <a:r>
              <a:rPr lang="en-US" sz="1250" dirty="0" smtClean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</a:t>
            </a:r>
            <a:r>
              <a:rPr lang="en-US" sz="12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and queuing at peak hours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3410712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054096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have no real-time visibility into free vs. occupied slots before entering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4297680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941064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Manned checkpoints do not scale well and add recurring staffing cost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5184648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4828032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Software/microcontroller-based systems add cost, boot latency and points of failure for a decision that is fundamentally a simple, fixed logic rule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0" y="1691640"/>
            <a:ext cx="4343400" cy="4343400"/>
          </a:xfrm>
          <a:prstGeom prst="roundRect">
            <a:avLst>
              <a:gd name="adj" fmla="val 2526"/>
            </a:avLst>
          </a:prstGeom>
          <a:solidFill>
            <a:srgbClr val="21295C"/>
          </a:solidFill>
          <a:ln/>
        </p:spPr>
      </p:sp>
      <p:sp>
        <p:nvSpPr>
          <p:cNvPr id="17" name="Shape 15"/>
          <p:cNvSpPr/>
          <p:nvPr/>
        </p:nvSpPr>
        <p:spPr>
          <a:xfrm>
            <a:off x="7635240" y="5111331"/>
            <a:ext cx="100584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35240" y="48463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zero-latency, deterministic entry control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 Slot Availability &amp; Entry Control System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1026" name="Picture 2" descr="https://storage.icograms.com/templates/preview/smart-parking-system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240" y="2173763"/>
            <a:ext cx="3656839" cy="2590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Truth Table to Gate-Level Circuit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07975" y="15361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 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89320" y="1536192"/>
            <a:ext cx="5669280" cy="4663440"/>
          </a:xfrm>
          <a:prstGeom prst="roundRect">
            <a:avLst>
              <a:gd name="adj" fmla="val 2353"/>
            </a:avLst>
          </a:prstGeom>
          <a:solidFill>
            <a:srgbClr val="EAF3F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63640" y="17007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Gate-Level Circuit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8778240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 Slot Availability &amp; Entry Control System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5" name="AutoShape 2" descr="Neon Parking Space Indicator Circui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AutoShape 4" descr="Neon Parking Space Indicator Circui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AutoShape 6" descr="Neon Parking Space Indicator Circui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4440" y="2016198"/>
            <a:ext cx="5019617" cy="40523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307" y="1975104"/>
            <a:ext cx="5547453" cy="37455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Simulating the Circuit in Logisim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EAF3F6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103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316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26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/>
              <a:t>Place the Inputs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708660" y="3204972"/>
            <a:ext cx="232257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Place four input pins vertically on the left side of your workspace</a:t>
            </a:r>
            <a:r>
              <a:rPr lang="en-US" altLang="en-US" sz="1200" dirty="0" smtClean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These will act as the sensors for your four parking slots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 rot="5400000">
            <a:off x="3172968" y="3392424"/>
            <a:ext cx="164592" cy="219456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3410712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EAF3F6"/>
          </a:solidFill>
          <a:ln/>
        </p:spPr>
      </p:sp>
      <p:sp>
        <p:nvSpPr>
          <p:cNvPr id="11" name="Shape 9"/>
          <p:cNvSpPr/>
          <p:nvPr/>
        </p:nvSpPr>
        <p:spPr>
          <a:xfrm>
            <a:off x="4393692" y="2103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93692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2926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/>
              <a:t>Add the Logic Gates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3502152" y="3319272"/>
            <a:ext cx="24597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Place a </a:t>
            </a:r>
            <a:r>
              <a:rPr lang="en-US" altLang="en-US" sz="1200" b="1" dirty="0">
                <a:latin typeface="Arial" panose="020B0604020202020204" pitchFamily="34" charset="0"/>
              </a:rPr>
              <a:t>4-input AND gate</a:t>
            </a:r>
            <a:r>
              <a:rPr lang="en-US" altLang="en-US" sz="1200" dirty="0">
                <a:latin typeface="Arial" panose="020B0604020202020204" pitchFamily="34" charset="0"/>
              </a:rPr>
              <a:t> below the main input lines, towards the center-bottom of your workspace</a:t>
            </a:r>
            <a:r>
              <a:rPr lang="en-US" altLang="en-US" sz="1200" dirty="0" smtClean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Place a </a:t>
            </a:r>
            <a:r>
              <a:rPr lang="en-US" altLang="en-US" sz="1200" b="1" dirty="0">
                <a:latin typeface="Arial" panose="020B0604020202020204" pitchFamily="34" charset="0"/>
              </a:rPr>
              <a:t>NOT gate</a:t>
            </a:r>
            <a:r>
              <a:rPr lang="en-US" altLang="en-US" sz="1200" dirty="0">
                <a:latin typeface="Arial" panose="020B0604020202020204" pitchFamily="34" charset="0"/>
              </a:rPr>
              <a:t> to the right of the AND gate's output.</a:t>
            </a:r>
          </a:p>
        </p:txBody>
      </p:sp>
      <p:sp>
        <p:nvSpPr>
          <p:cNvPr id="15" name="Shape 13"/>
          <p:cNvSpPr/>
          <p:nvPr/>
        </p:nvSpPr>
        <p:spPr>
          <a:xfrm rot="5400000">
            <a:off x="6035040" y="3392424"/>
            <a:ext cx="164592" cy="219456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6272784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EAF3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255764" y="2103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55764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55664" y="266650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/>
              <a:t>Wiring</a:t>
            </a:r>
            <a:endParaRPr lang="en-US" sz="1400" b="1" dirty="0" smtClean="0">
              <a:solidFill>
                <a:srgbClr val="21295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6327648" y="3369690"/>
            <a:ext cx="24963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800" b="1" dirty="0">
                <a:latin typeface="Arial" panose="020B0604020202020204" pitchFamily="34" charset="0"/>
              </a:rPr>
              <a:t>Slot Outputs:</a:t>
            </a:r>
            <a:r>
              <a:rPr lang="en-US" altLang="en-US" sz="800" dirty="0">
                <a:latin typeface="Arial" panose="020B0604020202020204" pitchFamily="34" charset="0"/>
              </a:rPr>
              <a:t> Draw straight wires from each of the 4 input pins directly across to the top 4 output pins</a:t>
            </a:r>
            <a:r>
              <a:rPr lang="en-US" altLang="en-US" sz="800" dirty="0" smtClean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8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800" b="1" dirty="0">
                <a:latin typeface="Arial" panose="020B0604020202020204" pitchFamily="34" charset="0"/>
              </a:rPr>
              <a:t>AND Gate Inputs:</a:t>
            </a:r>
            <a:r>
              <a:rPr lang="en-US" altLang="en-US" sz="800" dirty="0">
                <a:latin typeface="Arial" panose="020B0604020202020204" pitchFamily="34" charset="0"/>
              </a:rPr>
              <a:t> Create a junction on each of those 4 main input wires. Route a wire from each junction down into the 4 input nodes of the AND gate</a:t>
            </a:r>
            <a:r>
              <a:rPr lang="en-US" altLang="en-US" sz="800" dirty="0" smtClean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8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800" b="1" dirty="0">
                <a:latin typeface="Arial" panose="020B0604020202020204" pitchFamily="34" charset="0"/>
              </a:rPr>
              <a:t>Lot Full Output:</a:t>
            </a:r>
            <a:r>
              <a:rPr lang="en-US" altLang="en-US" sz="800" dirty="0">
                <a:latin typeface="Arial" panose="020B0604020202020204" pitchFamily="34" charset="0"/>
              </a:rPr>
              <a:t> Connect the output wire of the AND gate straight across to the 5th output pin</a:t>
            </a:r>
            <a:r>
              <a:rPr lang="en-US" altLang="en-US" sz="800" dirty="0" smtClean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8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800" b="1" dirty="0">
                <a:latin typeface="Arial" panose="020B0604020202020204" pitchFamily="34" charset="0"/>
              </a:rPr>
              <a:t>NOT Gate Connection:</a:t>
            </a:r>
            <a:r>
              <a:rPr lang="en-US" altLang="en-US" sz="800" dirty="0">
                <a:latin typeface="Arial" panose="020B0604020202020204" pitchFamily="34" charset="0"/>
              </a:rPr>
              <a:t> Create a junction on the AND gate's output wire (before it reaches the pin). Route this into the input of the NOT gate</a:t>
            </a:r>
            <a:r>
              <a:rPr lang="en-US" altLang="en-US" sz="800" dirty="0" smtClean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8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800" b="1" dirty="0">
                <a:latin typeface="Arial" panose="020B0604020202020204" pitchFamily="34" charset="0"/>
              </a:rPr>
              <a:t>Space Avail Output:</a:t>
            </a:r>
            <a:r>
              <a:rPr lang="en-US" altLang="en-US" sz="800" dirty="0">
                <a:latin typeface="Arial" panose="020B0604020202020204" pitchFamily="34" charset="0"/>
              </a:rPr>
              <a:t> Connect the output of the NOT gate to the final 6th output pin.</a:t>
            </a:r>
          </a:p>
        </p:txBody>
      </p:sp>
      <p:sp>
        <p:nvSpPr>
          <p:cNvPr id="21" name="Shape 19"/>
          <p:cNvSpPr/>
          <p:nvPr/>
        </p:nvSpPr>
        <p:spPr>
          <a:xfrm rot="5400000">
            <a:off x="8897112" y="3392424"/>
            <a:ext cx="164592" cy="219456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9134856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EAF3F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17836" y="2103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117836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317736" y="26563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/>
              <a:t>Run and labelling</a:t>
            </a:r>
          </a:p>
        </p:txBody>
      </p:sp>
      <p:sp>
        <p:nvSpPr>
          <p:cNvPr id="26" name="Text 24"/>
          <p:cNvSpPr txBox="1"/>
          <p:nvPr/>
        </p:nvSpPr>
        <p:spPr>
          <a:xfrm>
            <a:off x="9217152" y="3376280"/>
            <a:ext cx="25237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800" b="1" dirty="0">
                <a:latin typeface="Arial" panose="020B0604020202020204" pitchFamily="34" charset="0"/>
              </a:rPr>
              <a:t>Label the Outputs:</a:t>
            </a:r>
            <a:r>
              <a:rPr lang="en-US" altLang="en-US" sz="800" dirty="0">
                <a:latin typeface="Arial" panose="020B0604020202020204" pitchFamily="34" charset="0"/>
              </a:rPr>
              <a:t> Name the top four output pins "SLOT 1", "SLOT 2", "SLOT 3", and "SLOT 4". Name the 5th output pin "LOT FULL" and the 6th output pin "SPACE AVAIL</a:t>
            </a:r>
            <a:r>
              <a:rPr lang="en-US" altLang="en-US" sz="800" dirty="0" smtClean="0">
                <a:latin typeface="Arial" panose="020B0604020202020204" pitchFamily="34" charset="0"/>
              </a:rPr>
              <a:t>".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8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800" b="1" dirty="0">
                <a:latin typeface="Arial" panose="020B0604020202020204" pitchFamily="34" charset="0"/>
              </a:rPr>
              <a:t>Label the Inputs:</a:t>
            </a:r>
            <a:r>
              <a:rPr lang="en-US" altLang="en-US" sz="800" dirty="0">
                <a:latin typeface="Arial" panose="020B0604020202020204" pitchFamily="34" charset="0"/>
              </a:rPr>
              <a:t> Name the four input pins to correspond with slots 1 through 4</a:t>
            </a:r>
            <a:r>
              <a:rPr lang="en-US" altLang="en-US" sz="800" dirty="0" smtClean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8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800" b="1" dirty="0">
                <a:latin typeface="Arial" panose="020B0604020202020204" pitchFamily="34" charset="0"/>
              </a:rPr>
              <a:t>Run the Circuit:</a:t>
            </a:r>
            <a:r>
              <a:rPr lang="en-US" altLang="en-US" sz="800" dirty="0">
                <a:latin typeface="Arial" panose="020B0604020202020204" pitchFamily="34" charset="0"/>
              </a:rPr>
              <a:t> Start the simulator and toggle the inputs to test it.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800" dirty="0">
                <a:latin typeface="Arial" panose="020B0604020202020204" pitchFamily="34" charset="0"/>
              </a:rPr>
              <a:t>If any input is 0, "SPACE AVAIL" will light up (1</a:t>
            </a:r>
            <a:r>
              <a:rPr lang="en-US" altLang="en-US" sz="800" dirty="0" smtClean="0">
                <a:latin typeface="Arial" panose="020B0604020202020204" pitchFamily="34" charset="0"/>
              </a:rPr>
              <a:t>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8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800" dirty="0">
                <a:latin typeface="Arial" panose="020B0604020202020204" pitchFamily="34" charset="0"/>
              </a:rPr>
              <a:t>If all inputs are 1, "LOT FULL" will light up (1) and "SPACE AVAIL" will turn off (0).</a:t>
            </a:r>
          </a:p>
        </p:txBody>
      </p:sp>
      <p:sp>
        <p:nvSpPr>
          <p:cNvPr id="27" name="Shape 25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21295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68680" y="53492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artefact: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2788920" y="534924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.circ Logisim file plus recorded switch-toggle test cases showing the gate opening only when Gate_Open = 1.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 Slot Availability &amp; Entry Control System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1" name="Rectangle 9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28280" y="2542032"/>
            <a:ext cx="4206240" cy="4206240"/>
          </a:xfrm>
          <a:prstGeom prst="ellipse">
            <a:avLst/>
          </a:prstGeom>
          <a:solidFill>
            <a:srgbClr val="1849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on GitHub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77840" cy="3566160"/>
          </a:xfrm>
          <a:prstGeom prst="roundRect">
            <a:avLst>
              <a:gd name="adj" fmla="val 3077"/>
            </a:avLst>
          </a:prstGeom>
          <a:solidFill>
            <a:srgbClr val="1824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C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smart-parking-combinational-logic /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KLH-FED-2026-Session-10-Batch-10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877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</a:t>
            </a:r>
            <a:r>
              <a:rPr lang="en-US" sz="1100" dirty="0" smtClean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895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Smart Parking System presentation.pptx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912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</a:t>
            </a:r>
            <a:r>
              <a:rPr lang="en-US" sz="1100" dirty="0" smtClean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 Parking </a:t>
            </a:r>
            <a:r>
              <a:rPr lang="en-US" sz="110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System.circ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94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096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169164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1B3A6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20840" y="1920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23317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software-free parking entry system: truth tables and K-maps drive a gate-level design, simulated and verified in Logisim, and version-controlled on GitHub for transparency and reuse.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20840" y="379476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20840" y="37947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302752" y="3794760"/>
            <a:ext cx="868680" cy="411480"/>
          </a:xfrm>
          <a:prstGeom prst="roundRect">
            <a:avLst>
              <a:gd name="adj" fmla="val 48889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02752" y="37947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K-Maps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336024" y="3794760"/>
            <a:ext cx="960120" cy="411480"/>
          </a:xfrm>
          <a:prstGeom prst="roundRect">
            <a:avLst>
              <a:gd name="adj" fmla="val 48889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36024" y="379476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Logisim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460736" y="3794760"/>
            <a:ext cx="868680" cy="411480"/>
          </a:xfrm>
          <a:prstGeom prst="roundRect">
            <a:avLst>
              <a:gd name="adj" fmla="val 48889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460736" y="37947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5532120"/>
            <a:ext cx="12801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5669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 Slot Availability &amp; Entry Control System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</TotalTime>
  <Words>556</Words>
  <Application>Microsoft Office PowerPoint</Application>
  <PresentationFormat>Widescreen</PresentationFormat>
  <Paragraphs>79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10</cp:revision>
  <dcterms:created xsi:type="dcterms:W3CDTF">2026-08-26T08:07:50Z</dcterms:created>
  <dcterms:modified xsi:type="dcterms:W3CDTF">2026-08-27T03:23:40Z</dcterms:modified>
</cp:coreProperties>
</file>